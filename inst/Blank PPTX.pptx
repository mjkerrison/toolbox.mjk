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2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220-35A8-4680-A1DD-F0FC5A06580D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EC883-9C86-451E-830D-05290381B4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61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033F-027B-E0A8-B04E-66EE52B22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9C2A6-B049-1AFF-AA50-81A5B30CB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5CC14-F793-7D83-9D10-FEA924E8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697F4-C9EC-C99D-28A7-95C2591F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00D0-B612-29E0-9509-0941FFD4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04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7921-F6A6-4B7F-D26D-54F5758E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35F19-8CAA-FAA6-2F02-136111271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13B07-42BE-9E73-CF8F-0F259D8A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7AF15-5B14-8351-6894-DA642ACC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27100-80F2-3FE3-FD8F-F7D0FD18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22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61A0-F63D-02AD-AC35-405A2F08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606C3-F34C-0A69-E7AC-8C1D5CEA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A7AEF-3C77-8224-3BA4-D2FA3F2D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C2D46-22FE-9F22-9DF7-BF5991A9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99B17-46ED-A8E6-E281-895B01F2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5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D7D7-4B20-E7C8-6E4A-082FF979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E702-0C30-3342-3785-3927B83F0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940B9-0D96-80E8-B3D5-D7CACD39F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0F812-FD23-CDDB-2E77-9CD0945D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A6561-AFCE-4764-8601-AB500E10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F5B00-F169-5AA8-B6C6-34116D3D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8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40A6-876E-BA82-1F6A-9CD1D6B15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C20B0-6B61-9E7D-6D8A-9C24EB687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5FE79-92A3-B034-AE72-FDE7DBBF2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C292-5223-5474-57AB-26D11323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8CE9E-4ECB-DEDB-0400-59E5C47B4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9FD44-8805-D796-0055-5155DA0B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225D0-1E68-146E-AF47-E025CBC3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DEDF8-B1AC-8836-231A-C838BB3D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50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DC3D-C80C-A5DC-FA69-04D9E2B6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8014F-96F2-D7DC-8D18-78AC548D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A8C01-73BA-50BA-1B1B-A32E0B93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36D3D-D98E-6763-A07E-18A641E8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127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E119B-E505-9AEC-C527-803025A0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87680-9CBF-5E11-6AFF-6FCA0141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8666-2BD1-690E-94F1-C3875347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18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7592-676A-7FCC-9C4B-BAE7D148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CAC3-B74D-2761-D990-93748274C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04D6D-DAC5-505B-3D9D-D5A88F9F6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3A81C-1ECD-CC31-66A2-2DC33CAC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7E5D-BF3F-8C70-885C-0DB65E01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57951-BBCA-FDC7-D919-45B8E547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314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9F09-1188-1467-676F-A0B97E658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FE0DB-71A7-4FCA-7430-D8208BA36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41BF2-3D4C-AC8E-0900-118AAFE05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3EF1F-FBA9-0477-E20C-9AD4823B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5DFF8-D76B-6F43-DE93-2EA8DB6C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B89BA-BD62-0CEA-5313-3BB3C3DE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5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0910-E6AE-F6CD-C839-478A5244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CC189-5CC3-5DCF-887D-F0F5AD42F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E99A-0360-0997-3073-98EA4BA1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2D455-F930-D714-893D-55FC11F7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6AA91-B9E5-191F-207D-2F3B8B22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1805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925A1-B054-4BAC-810C-A5BD7B273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2D187-9CFC-DC26-90F9-E5850F5C7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FF66-762C-543A-1626-6AA8C6C1F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58F31-1368-29C7-3C85-B2FB8BAA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246A-3434-1AD7-2A12-8D894E63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93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BDF22-927C-8FD9-AB04-D343EF9B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C635A-A459-F521-EF0C-1CA262DBD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6089-EBC5-A209-0557-8A9C58014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AC89E-A04B-4A4A-B803-BA79E550F1A1}" type="datetimeFigureOut">
              <a:rPr lang="en-AU" smtClean="0"/>
              <a:t>23/10/2024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A2104-391E-5A62-9A6C-C2D3DD452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EFC0-107E-5945-3927-B2C204209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2BE01-A1BC-46B3-85E6-2CEB66E10C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87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5770-89D2-A1CD-A493-085F82101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45A69-EF50-261B-F8B6-5F941DBBF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72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Nous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Kerrison</dc:creator>
  <cp:lastModifiedBy>Michael Kerrison</cp:lastModifiedBy>
  <cp:revision>1</cp:revision>
  <dcterms:created xsi:type="dcterms:W3CDTF">2024-10-23T03:09:39Z</dcterms:created>
  <dcterms:modified xsi:type="dcterms:W3CDTF">2024-10-23T03:10:23Z</dcterms:modified>
</cp:coreProperties>
</file>